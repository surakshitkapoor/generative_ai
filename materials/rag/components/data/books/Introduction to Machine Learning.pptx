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f7ddbde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f7ddbde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7ddbde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f7ddbde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f7ddbde7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f7ddbde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7ddbde7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f7ddbde7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7ddbde7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7ddbde7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7ddbde7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f7ddbde7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7ddbde7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f7ddbde7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7ddbde7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f7ddbde7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7ddbde7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7ddbde7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7ddbde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7ddbde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7ddbde7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f7ddbde7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7ddbde7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f7ddbde7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7ddbde7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f7ddbde7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7ddbde7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7ddbde7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7ddbde7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7ddbde7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7ddbde7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7ddbde7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f7ddbde7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f7ddbde7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7ddbde7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7ddbde7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7ddbde7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f7ddbde7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4055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3600" u="sng">
                <a:solidFill>
                  <a:srgbClr val="4C1130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Introduction to Machine Learning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400" y="1399825"/>
            <a:ext cx="6157575" cy="3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 (ML) is a branch of Artificial Intelligence that allows computers to learn from data and make predictions or decisions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without being explicitly programmed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how?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Instead of giving exact rules, we give the machine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 (data)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and it learns the pattern on its own.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575" y="2638425"/>
            <a:ext cx="5019675" cy="22330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94875"/>
            <a:ext cx="173400" cy="1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358325"/>
            <a:ext cx="8520600" cy="4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we show the model thousands of pictures of cats and dogs, it learns to identify which is which — even for new images it has never seen before.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Goal: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make computers automatically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improve with experience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handle tasks like prediction, classification, and decision-making.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200" y="1212150"/>
            <a:ext cx="4124199" cy="19756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20124D"/>
                </a:solidFill>
                <a:latin typeface="Trebuchet MS"/>
                <a:ea typeface="Trebuchet MS"/>
                <a:cs typeface="Trebuchet MS"/>
                <a:sym typeface="Trebuchet MS"/>
              </a:rPr>
              <a:t>Why We Need Machine Learning</a:t>
            </a:r>
            <a:endParaRPr b="1" sz="1700">
              <a:solidFill>
                <a:srgbClr val="20124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1. Solves difficult problems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Machine learning can find patterns and answers in situations that are too complex for humans to solve easily.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Handles huge amounts of data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It can study and learn from millions of data points much faster than people can.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 Automates repetitive tasks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It can do the same kind of work over and over again without getting tired or making mistakes.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4. Improves over time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more data it sees, the smarter it becomes and the better its predictions get.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700" y="1349200"/>
            <a:ext cx="5334000" cy="28575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Imagine you’re teaching a computer how to tell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an email is spam or not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You give lots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of examples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of emails — some marked “spam,” some “not spam.”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computer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looks for patterns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like words such as </a:t>
            </a:r>
            <a:r>
              <a:rPr i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“win,” “offer,” or “free.”</a:t>
            </a:r>
            <a:br>
              <a:rPr i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i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After learning these patterns, it can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guess on its own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whether a new email is spam or not.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As it sees more emails, it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keeps improving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its guesses.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20124D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Case Studies: How ML Works in Action</a:t>
            </a:r>
            <a:endParaRPr sz="1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Case Study 1: Paytm – Smarter Fraud Detection</a:t>
            </a:r>
            <a:endParaRPr sz="1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Paytm handles millions of payments daily — far too many for humans to check.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So, it uses ML models trained on past transactions to spot fraud patterns.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you make a payment, the model instantly checks: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the amount unusually high?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it from a new device or location?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Has this receiver been flagged before?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anything seems suspicious, it blocks the payment immediately.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Each new case helps the model learn and improve over time.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415350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Case Study 2: Healthcare – Predicting Diseases Early</a:t>
            </a:r>
            <a:endParaRPr sz="1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Hospitals get thousands of patient reports daily — too much for doctors to analyze one by one.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models trained on past data (symptoms, test results, outcomes) help identify risks early.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a new report arrives, the model looks for: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Patterns similar to past heart or diabetes cases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Unusual test values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it detects risk, it alerts doctors for faster diagnosis and treatment.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Result: quicker decisions, better care, and continuous learning with every patient.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913" y="2065338"/>
            <a:ext cx="28670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20124D"/>
                </a:solidFill>
                <a:latin typeface="Trebuchet MS"/>
                <a:ea typeface="Trebuchet MS"/>
                <a:cs typeface="Trebuchet MS"/>
                <a:sym typeface="Trebuchet MS"/>
              </a:rPr>
              <a:t>Why Machine Learning Is Becoming a Big Part of Our Daily Lives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924750"/>
            <a:ext cx="8520600" cy="4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Growth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Every photo, message, or click adds to the huge pool of data that helps ML models learn better.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Computing Power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With faster and cheaper computers and cloud systems, ML can now handle complex tasks easily.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Internet Usage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The more we go online, the more data we generate — and ML learns from it all.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Automation Needs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Businesses want machines to handle routine work, so ML steps in to make things faster and more efficient.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Personalization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People love getting customized suggestions — from shopping to movies — and ML makes that happen.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Smart Devices (IoT)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Our phones, cars, and home gadgets keep sending real-time data that ML uses to make smarter systems.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Smarter Algorithms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– New techniques like deep learning help machines do things once thought impossible, like recognizing faces or understanding speech.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20124D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machine learning: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Let’s take one example to make everything easy to relate: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Imagine you’re teaching a computer to recognize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fruits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(apples, bananas, and oranges).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Supervised Learning</a:t>
            </a:r>
            <a:endParaRPr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Idea: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computer learns with the help of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labeled data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means you already know the right answers.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You give the model hundreds of fruit images, each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labeled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“this is an apple,” “this is a banana,” etc.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model learns the relationship between the image features (like color, shape, size) and the labels.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495375"/>
            <a:ext cx="8520600" cy="40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used: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we have past data with known outcomes.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prediction or classification tasks.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Real-life examples: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Email spam detection, price prediction, disease diagnosis.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225" y="764500"/>
            <a:ext cx="3819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Unsupervised Learning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Idea: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computer learns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without labels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it tries to find patterns or groups on its own.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Now, you give the model a bunch of fruit images,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but don’t tell which is which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It observes the data and groups similar fruits together — apples with apples, bananas with bananas — based only on their features.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used: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data has no predefined labels.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finding structure or hidden patterns.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Real-life examples: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Customer segmentation, market basket analysis, grouping similar songs or movies.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350" y="1531900"/>
            <a:ext cx="4768875" cy="29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Semi-Supervised Learning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Idea: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 mix of both — some data is labeled, most is not. The model uses the few labeled examples to help classify the rest.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You label only 50 fruit images (apple, banana, orange) but have 1000 total images.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model learns from those few labeled examples and guesses the rest by finding similarities.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used: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labeling all data is costly or time-consuming.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Real-life examples: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Speech recognition, web content classification, medical imaging.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550" y="2471225"/>
            <a:ext cx="3810000" cy="25812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Reinforcement Learning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Idea: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computer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learns by trial and error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getting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rewards or penalties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for its actions — just like humans learn from experience.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You have a robot trying to pick the right fruit from a basket.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it picks an apple correctly → reward.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it picks the wrong one → penalty.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Over time, it learns the best way to act for maximum reward.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used: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the goal is to make a sequence of decisions based on feedback.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Real-life examples:</a:t>
            </a:r>
            <a:b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Self-driving cars, game-playing AI, robots, recommendation systems.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725" y="2571750"/>
            <a:ext cx="4055669" cy="234677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20124D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Applications of Machine Learning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Automatic Language Translation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Apps like Google Translate use ML to understand and convert text or speech from one language to another, helping people communicate easily across languages.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Medical Diagnosis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ML analyzes medical images and patient data to help doctors detect diseases like cancer or diabetes early and more accurately.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Stock Market Trading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ML studies past stock data and market trends to predict price changes and help traders make faster, data-driven decisions.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Online Food Delivery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Apps like Swiggy or Zomato use ML to predict delivery times and suggest restaurants or dishes you might like.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150" y="664025"/>
            <a:ext cx="3590925" cy="41719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5. Virtual Assistants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Siri and Alexa use ML to understand your voice commands and perform tasks like calling, texting, or playing music.</a:t>
            </a:r>
            <a:endParaRPr sz="1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6. Email Spam Detection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ML automatically filters out spam by learning what kinds of messages are unwanted or unsafe.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7. Self-Driving Cars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ML helps cars recognize roads, traffic, and obstacles, allowing them to drive safely without human control.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8. Product Recommendation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Amazon and Netflix use ML to suggest products or shows based on what you’ve liked before.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9. Traffic Prediction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Google Maps uses ML to analyze real-time traffic data and suggest the quickest routes.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10. Speech Recognition</a:t>
            </a:r>
            <a:b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ML turns spoken words into text, making voice typing and commands possible.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11. Image Recognition</a:t>
            </a:r>
            <a:b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"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 identifies faces, objects, or animals in pictures — used in security, healthcare, and social media.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